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412" r:id="rId6"/>
    <p:sldId id="383" r:id="rId7"/>
    <p:sldId id="397" r:id="rId8"/>
    <p:sldId id="405" r:id="rId9"/>
    <p:sldId id="391" r:id="rId10"/>
    <p:sldId id="407" r:id="rId11"/>
    <p:sldId id="411" r:id="rId12"/>
    <p:sldId id="408" r:id="rId13"/>
    <p:sldId id="406" r:id="rId14"/>
    <p:sldId id="409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19E7F-99D1-4441-AFD1-A2E62AD782CE}" v="9" dt="2025-12-12T18:02:58.732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Willis" userId="895d62fb-a222-4e07-ad53-211417d10460" providerId="ADAL" clId="{5F8249A5-3EB6-4761-93D8-B5EDA55304E1}"/>
    <pc:docChg chg="custSel addSld delSld modSld sldOrd">
      <pc:chgData name="Joshua Willis" userId="895d62fb-a222-4e07-ad53-211417d10460" providerId="ADAL" clId="{5F8249A5-3EB6-4761-93D8-B5EDA55304E1}" dt="2025-12-12T18:03:38.707" v="637" actId="2696"/>
      <pc:docMkLst>
        <pc:docMk/>
      </pc:docMkLst>
      <pc:sldChg chg="addSp delSp modSp mod">
        <pc:chgData name="Joshua Willis" userId="895d62fb-a222-4e07-ad53-211417d10460" providerId="ADAL" clId="{5F8249A5-3EB6-4761-93D8-B5EDA55304E1}" dt="2025-12-12T17:57:40.852" v="602" actId="14100"/>
        <pc:sldMkLst>
          <pc:docMk/>
          <pc:sldMk cId="3346685798" sldId="383"/>
        </pc:sldMkLst>
        <pc:spChg chg="mod">
          <ac:chgData name="Joshua Willis" userId="895d62fb-a222-4e07-ad53-211417d10460" providerId="ADAL" clId="{5F8249A5-3EB6-4761-93D8-B5EDA55304E1}" dt="2025-12-12T17:57:08.625" v="594" actId="20577"/>
          <ac:spMkLst>
            <pc:docMk/>
            <pc:sldMk cId="3346685798" sldId="383"/>
            <ac:spMk id="2" creationId="{B530BF65-C84B-45C3-72CA-AFDA68851174}"/>
          </ac:spMkLst>
        </pc:spChg>
        <pc:spChg chg="del mod">
          <ac:chgData name="Joshua Willis" userId="895d62fb-a222-4e07-ad53-211417d10460" providerId="ADAL" clId="{5F8249A5-3EB6-4761-93D8-B5EDA55304E1}" dt="2025-12-12T17:57:13.080" v="596" actId="478"/>
          <ac:spMkLst>
            <pc:docMk/>
            <pc:sldMk cId="3346685798" sldId="383"/>
            <ac:spMk id="3" creationId="{3B8EBC2C-6DD7-5003-38EB-40753046FE8C}"/>
          </ac:spMkLst>
        </pc:spChg>
        <pc:spChg chg="add del mod">
          <ac:chgData name="Joshua Willis" userId="895d62fb-a222-4e07-ad53-211417d10460" providerId="ADAL" clId="{5F8249A5-3EB6-4761-93D8-B5EDA55304E1}" dt="2025-12-12T17:57:15.726" v="597" actId="478"/>
          <ac:spMkLst>
            <pc:docMk/>
            <pc:sldMk cId="3346685798" sldId="383"/>
            <ac:spMk id="5" creationId="{908A5C24-1505-6CAF-63DF-92751CF2738F}"/>
          </ac:spMkLst>
        </pc:spChg>
        <pc:picChg chg="add mod">
          <ac:chgData name="Joshua Willis" userId="895d62fb-a222-4e07-ad53-211417d10460" providerId="ADAL" clId="{5F8249A5-3EB6-4761-93D8-B5EDA55304E1}" dt="2025-12-12T17:57:40.852" v="602" actId="14100"/>
          <ac:picMkLst>
            <pc:docMk/>
            <pc:sldMk cId="3346685798" sldId="383"/>
            <ac:picMk id="6" creationId="{C2E7EFE8-7393-E981-092B-124DC7724308}"/>
          </ac:picMkLst>
        </pc:picChg>
      </pc:sldChg>
      <pc:sldChg chg="del">
        <pc:chgData name="Joshua Willis" userId="895d62fb-a222-4e07-ad53-211417d10460" providerId="ADAL" clId="{5F8249A5-3EB6-4761-93D8-B5EDA55304E1}" dt="2025-12-12T18:02:01.783" v="624" actId="47"/>
        <pc:sldMkLst>
          <pc:docMk/>
          <pc:sldMk cId="1440871986" sldId="389"/>
        </pc:sldMkLst>
      </pc:sldChg>
      <pc:sldChg chg="modSp mod">
        <pc:chgData name="Joshua Willis" userId="895d62fb-a222-4e07-ad53-211417d10460" providerId="ADAL" clId="{5F8249A5-3EB6-4761-93D8-B5EDA55304E1}" dt="2025-12-12T18:00:39.192" v="616"/>
        <pc:sldMkLst>
          <pc:docMk/>
          <pc:sldMk cId="3200312026" sldId="391"/>
        </pc:sldMkLst>
        <pc:spChg chg="mod">
          <ac:chgData name="Joshua Willis" userId="895d62fb-a222-4e07-ad53-211417d10460" providerId="ADAL" clId="{5F8249A5-3EB6-4761-93D8-B5EDA55304E1}" dt="2025-12-12T18:00:39.192" v="616"/>
          <ac:spMkLst>
            <pc:docMk/>
            <pc:sldMk cId="3200312026" sldId="391"/>
            <ac:spMk id="3" creationId="{545D3755-C3E2-975E-DE68-CDECC4B526EC}"/>
          </ac:spMkLst>
        </pc:spChg>
        <pc:spChg chg="mod">
          <ac:chgData name="Joshua Willis" userId="895d62fb-a222-4e07-ad53-211417d10460" providerId="ADAL" clId="{5F8249A5-3EB6-4761-93D8-B5EDA55304E1}" dt="2025-12-12T18:00:19.229" v="614" actId="1076"/>
          <ac:spMkLst>
            <pc:docMk/>
            <pc:sldMk cId="3200312026" sldId="391"/>
            <ac:spMk id="7" creationId="{F70BD87D-F7DA-961B-4024-A354DC87D168}"/>
          </ac:spMkLst>
        </pc:spChg>
      </pc:sldChg>
      <pc:sldChg chg="addSp delSp modSp mod ord">
        <pc:chgData name="Joshua Willis" userId="895d62fb-a222-4e07-ad53-211417d10460" providerId="ADAL" clId="{5F8249A5-3EB6-4761-93D8-B5EDA55304E1}" dt="2025-12-12T17:58:01.563" v="610" actId="14100"/>
        <pc:sldMkLst>
          <pc:docMk/>
          <pc:sldMk cId="2039059756" sldId="397"/>
        </pc:sldMkLst>
        <pc:picChg chg="add mod">
          <ac:chgData name="Joshua Willis" userId="895d62fb-a222-4e07-ad53-211417d10460" providerId="ADAL" clId="{5F8249A5-3EB6-4761-93D8-B5EDA55304E1}" dt="2025-12-12T17:58:01.563" v="610" actId="14100"/>
          <ac:picMkLst>
            <pc:docMk/>
            <pc:sldMk cId="2039059756" sldId="397"/>
            <ac:picMk id="2" creationId="{7BD95F65-6EE9-4455-D850-5407B9641992}"/>
          </ac:picMkLst>
        </pc:picChg>
        <pc:picChg chg="del">
          <ac:chgData name="Joshua Willis" userId="895d62fb-a222-4e07-ad53-211417d10460" providerId="ADAL" clId="{5F8249A5-3EB6-4761-93D8-B5EDA55304E1}" dt="2025-12-12T17:57:45.742" v="605" actId="478"/>
          <ac:picMkLst>
            <pc:docMk/>
            <pc:sldMk cId="2039059756" sldId="397"/>
            <ac:picMk id="5" creationId="{1E4ED438-23A4-B418-BB41-4EFE3E437CEB}"/>
          </ac:picMkLst>
        </pc:picChg>
      </pc:sldChg>
      <pc:sldChg chg="del">
        <pc:chgData name="Joshua Willis" userId="895d62fb-a222-4e07-ad53-211417d10460" providerId="ADAL" clId="{5F8249A5-3EB6-4761-93D8-B5EDA55304E1}" dt="2025-12-12T18:03:38.707" v="637" actId="2696"/>
        <pc:sldMkLst>
          <pc:docMk/>
          <pc:sldMk cId="752428618" sldId="403"/>
        </pc:sldMkLst>
      </pc:sldChg>
      <pc:sldChg chg="del">
        <pc:chgData name="Joshua Willis" userId="895d62fb-a222-4e07-ad53-211417d10460" providerId="ADAL" clId="{5F8249A5-3EB6-4761-93D8-B5EDA55304E1}" dt="2025-12-12T18:02:07.565" v="625" actId="47"/>
        <pc:sldMkLst>
          <pc:docMk/>
          <pc:sldMk cId="1850768898" sldId="404"/>
        </pc:sldMkLst>
      </pc:sldChg>
      <pc:sldChg chg="modSp mod">
        <pc:chgData name="Joshua Willis" userId="895d62fb-a222-4e07-ad53-211417d10460" providerId="ADAL" clId="{5F8249A5-3EB6-4761-93D8-B5EDA55304E1}" dt="2025-12-12T17:59:22.659" v="612" actId="122"/>
        <pc:sldMkLst>
          <pc:docMk/>
          <pc:sldMk cId="4127695141" sldId="405"/>
        </pc:sldMkLst>
        <pc:graphicFrameChg chg="mod modGraphic">
          <ac:chgData name="Joshua Willis" userId="895d62fb-a222-4e07-ad53-211417d10460" providerId="ADAL" clId="{5F8249A5-3EB6-4761-93D8-B5EDA55304E1}" dt="2025-12-12T17:59:22.659" v="612" actId="122"/>
          <ac:graphicFrameMkLst>
            <pc:docMk/>
            <pc:sldMk cId="4127695141" sldId="405"/>
            <ac:graphicFrameMk id="8" creationId="{C60AA2D2-28D7-69D7-F6C5-B31DAD3332C1}"/>
          </ac:graphicFrameMkLst>
        </pc:graphicFrameChg>
      </pc:sldChg>
      <pc:sldChg chg="modSp mod">
        <pc:chgData name="Joshua Willis" userId="895d62fb-a222-4e07-ad53-211417d10460" providerId="ADAL" clId="{5F8249A5-3EB6-4761-93D8-B5EDA55304E1}" dt="2025-12-12T18:01:38.687" v="623" actId="1076"/>
        <pc:sldMkLst>
          <pc:docMk/>
          <pc:sldMk cId="3088225330" sldId="407"/>
        </pc:sldMkLst>
        <pc:spChg chg="mod">
          <ac:chgData name="Joshua Willis" userId="895d62fb-a222-4e07-ad53-211417d10460" providerId="ADAL" clId="{5F8249A5-3EB6-4761-93D8-B5EDA55304E1}" dt="2025-12-12T18:01:38.687" v="623" actId="1076"/>
          <ac:spMkLst>
            <pc:docMk/>
            <pc:sldMk cId="3088225330" sldId="407"/>
            <ac:spMk id="3" creationId="{8B599B60-BF79-A832-6AD4-6C6FC6CE4317}"/>
          </ac:spMkLst>
        </pc:spChg>
      </pc:sldChg>
      <pc:sldChg chg="modSp mod">
        <pc:chgData name="Joshua Willis" userId="895d62fb-a222-4e07-ad53-211417d10460" providerId="ADAL" clId="{5F8249A5-3EB6-4761-93D8-B5EDA55304E1}" dt="2025-12-11T21:53:28.557" v="564" actId="20577"/>
        <pc:sldMkLst>
          <pc:docMk/>
          <pc:sldMk cId="888484295" sldId="408"/>
        </pc:sldMkLst>
        <pc:spChg chg="mod">
          <ac:chgData name="Joshua Willis" userId="895d62fb-a222-4e07-ad53-211417d10460" providerId="ADAL" clId="{5F8249A5-3EB6-4761-93D8-B5EDA55304E1}" dt="2025-12-11T21:53:28.557" v="564" actId="20577"/>
          <ac:spMkLst>
            <pc:docMk/>
            <pc:sldMk cId="888484295" sldId="408"/>
            <ac:spMk id="3" creationId="{DB097449-5B72-ADA0-3B2D-1CBC160D6B90}"/>
          </ac:spMkLst>
        </pc:spChg>
      </pc:sldChg>
      <pc:sldChg chg="modSp mod">
        <pc:chgData name="Joshua Willis" userId="895d62fb-a222-4e07-ad53-211417d10460" providerId="ADAL" clId="{5F8249A5-3EB6-4761-93D8-B5EDA55304E1}" dt="2025-12-11T21:51:42.155" v="504" actId="20577"/>
        <pc:sldMkLst>
          <pc:docMk/>
          <pc:sldMk cId="3390304222" sldId="410"/>
        </pc:sldMkLst>
        <pc:spChg chg="mod">
          <ac:chgData name="Joshua Willis" userId="895d62fb-a222-4e07-ad53-211417d10460" providerId="ADAL" clId="{5F8249A5-3EB6-4761-93D8-B5EDA55304E1}" dt="2025-12-11T21:51:42.155" v="504" actId="20577"/>
          <ac:spMkLst>
            <pc:docMk/>
            <pc:sldMk cId="3390304222" sldId="410"/>
            <ac:spMk id="2" creationId="{7AB1D9D6-2977-ABCD-FDF8-51AFA5064E54}"/>
          </ac:spMkLst>
        </pc:spChg>
      </pc:sldChg>
      <pc:sldChg chg="addSp delSp modSp mod ord">
        <pc:chgData name="Joshua Willis" userId="895d62fb-a222-4e07-ad53-211417d10460" providerId="ADAL" clId="{5F8249A5-3EB6-4761-93D8-B5EDA55304E1}" dt="2025-12-12T18:03:08.523" v="636" actId="1076"/>
        <pc:sldMkLst>
          <pc:docMk/>
          <pc:sldMk cId="932176638" sldId="411"/>
        </pc:sldMkLst>
        <pc:spChg chg="mod">
          <ac:chgData name="Joshua Willis" userId="895d62fb-a222-4e07-ad53-211417d10460" providerId="ADAL" clId="{5F8249A5-3EB6-4761-93D8-B5EDA55304E1}" dt="2025-12-12T18:02:44.870" v="628"/>
          <ac:spMkLst>
            <pc:docMk/>
            <pc:sldMk cId="932176638" sldId="411"/>
            <ac:spMk id="2" creationId="{865C48B0-65CF-538F-1E22-54D96473338F}"/>
          </ac:spMkLst>
        </pc:spChg>
        <pc:spChg chg="del">
          <ac:chgData name="Joshua Willis" userId="895d62fb-a222-4e07-ad53-211417d10460" providerId="ADAL" clId="{5F8249A5-3EB6-4761-93D8-B5EDA55304E1}" dt="2025-12-12T18:02:48.651" v="629" actId="478"/>
          <ac:spMkLst>
            <pc:docMk/>
            <pc:sldMk cId="932176638" sldId="411"/>
            <ac:spMk id="3" creationId="{2F58C2AB-4DD3-6450-F186-5B5E8B7AF865}"/>
          </ac:spMkLst>
        </pc:spChg>
        <pc:spChg chg="add del mod">
          <ac:chgData name="Joshua Willis" userId="895d62fb-a222-4e07-ad53-211417d10460" providerId="ADAL" clId="{5F8249A5-3EB6-4761-93D8-B5EDA55304E1}" dt="2025-12-12T18:02:51.687" v="630" actId="478"/>
          <ac:spMkLst>
            <pc:docMk/>
            <pc:sldMk cId="932176638" sldId="411"/>
            <ac:spMk id="5" creationId="{51E54645-F671-5E00-B01C-78274578BFCD}"/>
          </ac:spMkLst>
        </pc:spChg>
        <pc:picChg chg="add mod">
          <ac:chgData name="Joshua Willis" userId="895d62fb-a222-4e07-ad53-211417d10460" providerId="ADAL" clId="{5F8249A5-3EB6-4761-93D8-B5EDA55304E1}" dt="2025-12-12T18:03:08.523" v="636" actId="1076"/>
          <ac:picMkLst>
            <pc:docMk/>
            <pc:sldMk cId="932176638" sldId="411"/>
            <ac:picMk id="6" creationId="{B6BEE1BC-63C1-BF75-6EC1-7E30B35EE2F3}"/>
          </ac:picMkLst>
        </pc:picChg>
      </pc:sldChg>
      <pc:sldChg chg="addSp delSp modSp new mod">
        <pc:chgData name="Joshua Willis" userId="895d62fb-a222-4e07-ad53-211417d10460" providerId="ADAL" clId="{5F8249A5-3EB6-4761-93D8-B5EDA55304E1}" dt="2025-12-11T21:52:52.533" v="557" actId="1076"/>
        <pc:sldMkLst>
          <pc:docMk/>
          <pc:sldMk cId="2305462000" sldId="412"/>
        </pc:sldMkLst>
        <pc:spChg chg="mod">
          <ac:chgData name="Joshua Willis" userId="895d62fb-a222-4e07-ad53-211417d10460" providerId="ADAL" clId="{5F8249A5-3EB6-4761-93D8-B5EDA55304E1}" dt="2025-12-11T21:51:52.938" v="536" actId="20577"/>
          <ac:spMkLst>
            <pc:docMk/>
            <pc:sldMk cId="2305462000" sldId="412"/>
            <ac:spMk id="2" creationId="{7EBA1DF1-DE6B-F0B0-E3AA-E2B0D8365054}"/>
          </ac:spMkLst>
        </pc:spChg>
        <pc:spChg chg="add mod">
          <ac:chgData name="Joshua Willis" userId="895d62fb-a222-4e07-ad53-211417d10460" providerId="ADAL" clId="{5F8249A5-3EB6-4761-93D8-B5EDA55304E1}" dt="2025-12-11T21:52:50.260" v="556" actId="1076"/>
          <ac:spMkLst>
            <pc:docMk/>
            <pc:sldMk cId="2305462000" sldId="412"/>
            <ac:spMk id="3" creationId="{9E71D9C3-E82C-BA98-136E-CDFC2B3AF338}"/>
          </ac:spMkLst>
        </pc:spChg>
        <pc:spChg chg="mod">
          <ac:chgData name="Joshua Willis" userId="895d62fb-a222-4e07-ad53-211417d10460" providerId="ADAL" clId="{5F8249A5-3EB6-4761-93D8-B5EDA55304E1}" dt="2025-12-11T21:52:52.533" v="557" actId="1076"/>
          <ac:spMkLst>
            <pc:docMk/>
            <pc:sldMk cId="2305462000" sldId="412"/>
            <ac:spMk id="7" creationId="{26012980-B926-0617-112D-7BC703688995}"/>
          </ac:spMkLst>
        </pc:spChg>
        <pc:picChg chg="mod">
          <ac:chgData name="Joshua Willis" userId="895d62fb-a222-4e07-ad53-211417d10460" providerId="ADAL" clId="{5F8249A5-3EB6-4761-93D8-B5EDA55304E1}" dt="2025-12-11T21:51:58.503" v="537" actId="1076"/>
          <ac:picMkLst>
            <pc:docMk/>
            <pc:sldMk cId="2305462000" sldId="412"/>
            <ac:picMk id="5" creationId="{9C0C733F-B499-EC70-45A9-F4F9BB91218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8603-9303-3657-C1FD-25817555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55F1B-10AE-122D-C60F-C4DA1017B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44477-A0B1-D87C-3324-2DBF5E470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ECC19-0523-6D07-E192-FEBE57C8A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55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Final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1DF1-DE6B-F0B0-E3AA-E2B0D836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SmartHealth</a:t>
            </a:r>
            <a:r>
              <a:rPr lang="en-US" dirty="0"/>
              <a:t> Clinic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C733F-B499-EC70-45A9-F4F9BB91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140" y="5143500"/>
            <a:ext cx="4121169" cy="1378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C24988-3A66-DDC5-7817-0401A34C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140" y="3429000"/>
            <a:ext cx="4524375" cy="171450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6012980-B926-0617-112D-7BC703688995}"/>
              </a:ext>
            </a:extLst>
          </p:cNvPr>
          <p:cNvSpPr/>
          <p:nvPr/>
        </p:nvSpPr>
        <p:spPr>
          <a:xfrm>
            <a:off x="4119818" y="4435244"/>
            <a:ext cx="1992085" cy="3483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1D9C3-E82C-BA98-136E-CDFC2B3AF338}"/>
              </a:ext>
            </a:extLst>
          </p:cNvPr>
          <p:cNvSpPr txBox="1"/>
          <p:nvPr/>
        </p:nvSpPr>
        <p:spPr>
          <a:xfrm>
            <a:off x="482463" y="4286250"/>
            <a:ext cx="425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Paper Charts</a:t>
            </a:r>
          </a:p>
        </p:txBody>
      </p:sp>
    </p:spTree>
    <p:extLst>
      <p:ext uri="{BB962C8B-B14F-4D97-AF65-F5344CB8AC3E}">
        <p14:creationId xmlns:p14="http://schemas.microsoft.com/office/powerpoint/2010/main" val="230546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Work Breakdown Structure</a:t>
            </a:r>
          </a:p>
        </p:txBody>
      </p:sp>
      <p:pic>
        <p:nvPicPr>
          <p:cNvPr id="6" name="Picture 5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C2E7EFE8-7393-E981-092B-124DC772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5" y="3303199"/>
            <a:ext cx="8564035" cy="261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 dirty="0"/>
              <a:t>Gantt Chart</a:t>
            </a: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7BD95F65-6EE9-4455-D850-5407B9641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04" y="302553"/>
            <a:ext cx="11593276" cy="45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/>
          <a:lstStyle/>
          <a:p>
            <a:r>
              <a:rPr lang="en-US" dirty="0"/>
              <a:t>Risk Assessment Matrix</a:t>
            </a:r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90724564"/>
              </p:ext>
            </p:extLst>
          </p:nvPr>
        </p:nvGraphicFramePr>
        <p:xfrm>
          <a:off x="1035170" y="66615"/>
          <a:ext cx="10903785" cy="479868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80757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18075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18075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18075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  <a:gridCol w="2180757">
                  <a:extLst>
                    <a:ext uri="{9D8B030D-6E8A-4147-A177-3AD203B41FA5}">
                      <a16:colId xmlns:a16="http://schemas.microsoft.com/office/drawing/2014/main" val="713772098"/>
                    </a:ext>
                  </a:extLst>
                </a:gridCol>
              </a:tblGrid>
              <a:tr h="3237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Probability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Mitigation Plan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6656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Staff resistance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Involve staff in planning and provide thorough training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21529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Integration failure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Conduct phased testing with vendors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31518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Finances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Budget overruns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Allocate a 15% contingency fund for unforeseen costs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5218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breach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Implement encryption and access controls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093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Migration downtime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Schedule migration during off-hours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Project Tasks, Dependencies, and Durations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7810500" cy="3700462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Initial Planning</a:t>
            </a:r>
            <a:r>
              <a:rPr lang="en-US" dirty="0"/>
              <a:t> – 4 weeks, no dependencies</a:t>
            </a:r>
          </a:p>
          <a:p>
            <a:pPr lvl="0"/>
            <a:r>
              <a:rPr lang="en-US" b="1" dirty="0"/>
              <a:t>System Design</a:t>
            </a:r>
            <a:r>
              <a:rPr lang="en-US" dirty="0"/>
              <a:t> – 4 weeks, depends on planning</a:t>
            </a:r>
          </a:p>
          <a:p>
            <a:pPr lvl="0"/>
            <a:r>
              <a:rPr lang="en-US" b="1" dirty="0"/>
              <a:t>Development</a:t>
            </a:r>
            <a:r>
              <a:rPr lang="en-US" dirty="0"/>
              <a:t> – 8 weeks, depends on design</a:t>
            </a:r>
          </a:p>
          <a:p>
            <a:pPr lvl="0"/>
            <a:r>
              <a:rPr lang="en-US" b="1" dirty="0"/>
              <a:t>Data Migration</a:t>
            </a:r>
            <a:r>
              <a:rPr lang="en-US" dirty="0"/>
              <a:t> – 8 weeks, depends on development</a:t>
            </a:r>
          </a:p>
          <a:p>
            <a:pPr lvl="0"/>
            <a:r>
              <a:rPr lang="en-US" b="1" dirty="0"/>
              <a:t>Testing</a:t>
            </a:r>
            <a:r>
              <a:rPr lang="en-US" dirty="0"/>
              <a:t> – 8 weeks, depends on development</a:t>
            </a:r>
          </a:p>
          <a:p>
            <a:pPr lvl="0"/>
            <a:r>
              <a:rPr lang="en-US" b="1" dirty="0"/>
              <a:t>Training</a:t>
            </a:r>
            <a:r>
              <a:rPr lang="en-US" dirty="0"/>
              <a:t> – 8 weeks, depends on testing</a:t>
            </a:r>
          </a:p>
          <a:p>
            <a:pPr lvl="0"/>
            <a:r>
              <a:rPr lang="en-US" b="1" dirty="0"/>
              <a:t>Deployment </a:t>
            </a:r>
            <a:r>
              <a:rPr lang="en-US" dirty="0"/>
              <a:t>– 4 weeks, depends on testing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Data Migration</a:t>
            </a:r>
            <a:br>
              <a:rPr lang="en-US" dirty="0"/>
            </a:br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437" y="956580"/>
            <a:ext cx="6168748" cy="4314159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Extraction:</a:t>
            </a:r>
            <a:r>
              <a:rPr lang="en-US" dirty="0"/>
              <a:t> Scan in paper files, use optical character recognition tools like Adobe Acrobat or Foxit Pro to convert into text</a:t>
            </a:r>
          </a:p>
          <a:p>
            <a:pPr lvl="0"/>
            <a:r>
              <a:rPr lang="en-US" b="1" dirty="0"/>
              <a:t>Cleaning:</a:t>
            </a:r>
            <a:r>
              <a:rPr lang="en-US" dirty="0"/>
              <a:t> Remove duplicates, manually review for misspelling and data entry errors</a:t>
            </a:r>
          </a:p>
          <a:p>
            <a:pPr lvl="0"/>
            <a:r>
              <a:rPr lang="en-US" b="1" dirty="0"/>
              <a:t>Mapping:</a:t>
            </a:r>
            <a:r>
              <a:rPr lang="en-US" dirty="0"/>
              <a:t> Ensure fields names are planned out and aligned with existing paper records</a:t>
            </a:r>
          </a:p>
          <a:p>
            <a:pPr lvl="0"/>
            <a:r>
              <a:rPr lang="en-US" b="1" dirty="0"/>
              <a:t>Validation:</a:t>
            </a:r>
            <a:r>
              <a:rPr lang="en-US" dirty="0"/>
              <a:t> Compare data sample pre and post-migration to ensure accuracy</a:t>
            </a:r>
          </a:p>
          <a:p>
            <a:pPr lvl="0"/>
            <a:r>
              <a:rPr lang="en-US" b="1" dirty="0"/>
              <a:t>Backup procedures:</a:t>
            </a:r>
            <a:r>
              <a:rPr lang="en-US" dirty="0"/>
              <a:t> create full backups before migration, store offline backup drives in fireproof safe offsite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1205-C2BA-F1F7-022A-47CA735F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48B0-65CF-538F-1E22-54D96473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Entity-Relationship Diagram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B6BEE1BC-63C1-BF75-6EC1-7E30B35EE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20" y="2750891"/>
            <a:ext cx="7644173" cy="36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7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5501640" cy="35974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Full System Deployment for every module</a:t>
            </a:r>
          </a:p>
          <a:p>
            <a:pPr lvl="1"/>
            <a:r>
              <a:rPr lang="en-US" dirty="0"/>
              <a:t>6 months</a:t>
            </a:r>
          </a:p>
          <a:p>
            <a:pPr lvl="1"/>
            <a:r>
              <a:rPr lang="en-US" dirty="0"/>
              <a:t>All active charts migrated</a:t>
            </a:r>
          </a:p>
          <a:p>
            <a:pPr lvl="1"/>
            <a:r>
              <a:rPr lang="en-US" dirty="0"/>
              <a:t>All staff trained and operational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>
            <a:normAutofit/>
          </a:bodyPr>
          <a:lstStyle/>
          <a:p>
            <a:r>
              <a:rPr lang="en-US" dirty="0"/>
              <a:t>Plan thoroughly</a:t>
            </a:r>
          </a:p>
          <a:p>
            <a:r>
              <a:rPr lang="en-US" dirty="0"/>
              <a:t>Keep everyone on the same page</a:t>
            </a:r>
          </a:p>
          <a:p>
            <a:r>
              <a:rPr lang="en-US" dirty="0"/>
              <a:t>Celebrate the wins</a:t>
            </a:r>
          </a:p>
          <a:p>
            <a:r>
              <a:rPr lang="en-US" dirty="0"/>
              <a:t>GET THE BUY IN!!!</a:t>
            </a:r>
          </a:p>
          <a:p>
            <a:endParaRPr lang="en-US" dirty="0"/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Joshua Willis</a:t>
            </a:r>
          </a:p>
          <a:p>
            <a:r>
              <a:rPr lang="en-US" dirty="0"/>
              <a:t>willis56@iu.edu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68</TotalTime>
  <Words>285</Words>
  <Application>Microsoft Office PowerPoint</Application>
  <PresentationFormat>Widescreen</PresentationFormat>
  <Paragraphs>76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Franklin Gothic Book</vt:lpstr>
      <vt:lpstr>Franklin Gothic Demi</vt:lpstr>
      <vt:lpstr>Custom</vt:lpstr>
      <vt:lpstr>Final Project</vt:lpstr>
      <vt:lpstr>SmartHealth Clinic</vt:lpstr>
      <vt:lpstr>Work Breakdown Structure</vt:lpstr>
      <vt:lpstr>Gantt Chart</vt:lpstr>
      <vt:lpstr>Risk Assessment Matrix</vt:lpstr>
      <vt:lpstr>Project Tasks, Dependencies, and Durations</vt:lpstr>
      <vt:lpstr>Data Migration Plan</vt:lpstr>
      <vt:lpstr>Entity-Relationship Diagram</vt:lpstr>
      <vt:lpstr>Objectives</vt:lpstr>
      <vt:lpstr>Lessons Learned</vt:lpstr>
      <vt:lpstr>Power of communication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Willis</dc:creator>
  <cp:lastModifiedBy>Joshua Willis</cp:lastModifiedBy>
  <cp:revision>1</cp:revision>
  <dcterms:created xsi:type="dcterms:W3CDTF">2025-10-17T17:13:55Z</dcterms:created>
  <dcterms:modified xsi:type="dcterms:W3CDTF">2025-12-12T18:03:47Z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